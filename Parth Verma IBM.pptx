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12" r:id="rId4"/>
  </p:sldMasterIdLst>
  <p:notesMasterIdLst>
    <p:notesMasterId r:id="rId17"/>
  </p:notesMasterIdLst>
  <p:sldIdLst>
    <p:sldId id="256" r:id="rId5"/>
    <p:sldId id="2146847054" r:id="rId6"/>
    <p:sldId id="262" r:id="rId7"/>
    <p:sldId id="263" r:id="rId8"/>
    <p:sldId id="265" r:id="rId9"/>
    <p:sldId id="266" r:id="rId10"/>
    <p:sldId id="267" r:id="rId11"/>
    <p:sldId id="268" r:id="rId12"/>
    <p:sldId id="2146847055" r:id="rId13"/>
    <p:sldId id="269" r:id="rId14"/>
    <p:sldId id="2146847056" r:id="rId15"/>
    <p:sldId id="259"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2BA97"/>
    <a:srgbClr val="8E6C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559" autoAdjust="0"/>
    <p:restoredTop sz="94660"/>
  </p:normalViewPr>
  <p:slideViewPr>
    <p:cSldViewPr snapToGrid="0">
      <p:cViewPr varScale="1">
        <p:scale>
          <a:sx n="78" d="100"/>
          <a:sy n="78" d="100"/>
        </p:scale>
        <p:origin x="1128"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6256A78-79A6-408F-8148-4F87BB81602D}" type="datetimeFigureOut">
              <a:rPr lang="en-IN" smtClean="0"/>
              <a:t>07-02-2026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7E254F1-4415-47BF-9E91-C5D4B9A33350}" type="slidenum">
              <a:rPr lang="en-IN" smtClean="0"/>
              <a:t>‹#›</a:t>
            </a:fld>
            <a:endParaRPr lang="en-IN"/>
          </a:p>
        </p:txBody>
      </p:sp>
    </p:spTree>
    <p:extLst>
      <p:ext uri="{BB962C8B-B14F-4D97-AF65-F5344CB8AC3E}">
        <p14:creationId xmlns:p14="http://schemas.microsoft.com/office/powerpoint/2010/main" val="5380084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4"/>
            <a:ext cx="11298932" cy="3338149"/>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tx1">
                    <a:lumMod val="75000"/>
                    <a:lumOff val="25000"/>
                  </a:schemeClr>
                </a:solidFill>
              </a:defRPr>
            </a:lvl1pPr>
          </a:lstStyle>
          <a:p>
            <a:r>
              <a:rPr lang="en-US"/>
              <a:t>Click to edit Master title style</a:t>
            </a:r>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ED291B17-9318-49DB-B28B-6E5994AE9581}" type="datetime1">
              <a:rPr lang="en-US" smtClean="0"/>
              <a:t>2/7/2026</a:t>
            </a:fld>
            <a:endParaRPr lang="en-US"/>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a:xfrm>
            <a:off x="581192" y="6423914"/>
            <a:ext cx="6917210" cy="365125"/>
          </a:xfrm>
          <a:prstGeom prst="rect">
            <a:avLst/>
          </a:prstGeom>
        </p:spPr>
        <p:txBody>
          <a:bodyPr/>
          <a:lstStyle/>
          <a:p>
            <a:endParaRPr lang="en-US"/>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a:p>
        </p:txBody>
      </p:sp>
    </p:spTree>
    <p:extLst>
      <p:ext uri="{BB962C8B-B14F-4D97-AF65-F5344CB8AC3E}">
        <p14:creationId xmlns:p14="http://schemas.microsoft.com/office/powerpoint/2010/main" val="4900175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81192" y="702156"/>
            <a:ext cx="11029616" cy="530296"/>
          </a:xfrm>
        </p:spPr>
        <p:txBody>
          <a:bodyPr/>
          <a:lstStyle/>
          <a:p>
            <a:r>
              <a:rPr lang="en-US"/>
              <a:t>Click to edit Master title style</a:t>
            </a:r>
          </a:p>
        </p:txBody>
      </p:sp>
      <p:sp>
        <p:nvSpPr>
          <p:cNvPr id="3" name="Content Placeholder 2"/>
          <p:cNvSpPr>
            <a:spLocks noGrp="1"/>
          </p:cNvSpPr>
          <p:nvPr>
            <p:ph idx="1"/>
          </p:nvPr>
        </p:nvSpPr>
        <p:spPr>
          <a:xfrm>
            <a:off x="581192" y="1302026"/>
            <a:ext cx="11029615" cy="46733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78DD82B9-B8EE-4375-B6FF-88FA6ABB15D9}" type="datetime1">
              <a:rPr lang="en-US" smtClean="0"/>
              <a:t>2/7/2026</a:t>
            </a:fld>
            <a:endParaRPr lang="en-US"/>
          </a:p>
        </p:txBody>
      </p:sp>
    </p:spTree>
    <p:extLst>
      <p:ext uri="{BB962C8B-B14F-4D97-AF65-F5344CB8AC3E}">
        <p14:creationId xmlns:p14="http://schemas.microsoft.com/office/powerpoint/2010/main" val="8524434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2393950"/>
            <a:ext cx="11029615" cy="2147467"/>
          </a:xfrm>
        </p:spPr>
        <p:txBody>
          <a:bodyPr anchor="b">
            <a:normAutofit/>
          </a:bodyPr>
          <a:lstStyle>
            <a:lvl1pPr algn="l">
              <a:defRPr sz="3600" b="0" cap="all">
                <a:solidFill>
                  <a:schemeClr val="tx1">
                    <a:lumMod val="75000"/>
                    <a:lumOff val="25000"/>
                  </a:schemeClr>
                </a:solidFill>
              </a:defRPr>
            </a:lvl1pPr>
          </a:lstStyle>
          <a:p>
            <a:r>
              <a:rPr lang="en-US"/>
              <a:t>Click to edit Master title style</a:t>
            </a:r>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B2497495-0637-405E-AE64-5CC7506D51F5}" type="datetime1">
              <a:rPr lang="en-US" smtClean="0"/>
              <a:t>2/7/2026</a:t>
            </a:fld>
            <a:endParaRPr lang="en-US"/>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a:xfrm>
            <a:off x="581192" y="6423914"/>
            <a:ext cx="6917210" cy="365125"/>
          </a:xfrm>
          <a:prstGeom prst="rect">
            <a:avLst/>
          </a:prstGeom>
        </p:spPr>
        <p:txBody>
          <a:bodyPr/>
          <a:lstStyle/>
          <a:p>
            <a:endParaRPr lang="en-US"/>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a:p>
        </p:txBody>
      </p:sp>
    </p:spTree>
    <p:extLst>
      <p:ext uri="{BB962C8B-B14F-4D97-AF65-F5344CB8AC3E}">
        <p14:creationId xmlns:p14="http://schemas.microsoft.com/office/powerpoint/2010/main" val="3666809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581193" y="729658"/>
            <a:ext cx="11029616" cy="492855"/>
          </a:xfrm>
        </p:spPr>
        <p:txBody>
          <a:bodyPr/>
          <a:lstStyle/>
          <a:p>
            <a:r>
              <a:rPr lang="en-US"/>
              <a:t>Click to edit Master title style</a:t>
            </a:r>
          </a:p>
        </p:txBody>
      </p:sp>
      <p:sp>
        <p:nvSpPr>
          <p:cNvPr id="3" name="Content Placeholder 2"/>
          <p:cNvSpPr>
            <a:spLocks noGrp="1"/>
          </p:cNvSpPr>
          <p:nvPr>
            <p:ph sz="half" idx="1"/>
          </p:nvPr>
        </p:nvSpPr>
        <p:spPr>
          <a:xfrm>
            <a:off x="581193" y="1391479"/>
            <a:ext cx="5194767" cy="446957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416039" y="1391479"/>
            <a:ext cx="5194769" cy="446957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7BFFD690-9426-415D-8B65-26881E07B2D4}" type="datetime1">
              <a:rPr lang="en-US" smtClean="0"/>
              <a:t>2/7/2026</a:t>
            </a:fld>
            <a:endParaRPr lang="en-US"/>
          </a:p>
        </p:txBody>
      </p:sp>
      <p:sp>
        <p:nvSpPr>
          <p:cNvPr id="6" name="Footer Placeholder 5"/>
          <p:cNvSpPr>
            <a:spLocks noGrp="1"/>
          </p:cNvSpPr>
          <p:nvPr>
            <p:ph type="ftr" sz="quarter" idx="11"/>
          </p:nvPr>
        </p:nvSpPr>
        <p:spPr>
          <a:xfrm>
            <a:off x="581192" y="6423914"/>
            <a:ext cx="6917210" cy="365125"/>
          </a:xfrm>
          <a:prstGeom prst="rect">
            <a:avLst/>
          </a:prstGeom>
        </p:spPr>
        <p:txBody>
          <a:bodyPr/>
          <a:lstStyle/>
          <a:p>
            <a:endParaRPr lang="en-US"/>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a:p>
        </p:txBody>
      </p:sp>
    </p:spTree>
    <p:extLst>
      <p:ext uri="{BB962C8B-B14F-4D97-AF65-F5344CB8AC3E}">
        <p14:creationId xmlns:p14="http://schemas.microsoft.com/office/powerpoint/2010/main" val="24833232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581193" y="729658"/>
            <a:ext cx="11029616" cy="988332"/>
          </a:xfrm>
        </p:spPr>
        <p:txBody>
          <a:bodyPr/>
          <a:lstStyle/>
          <a:p>
            <a:r>
              <a:rPr lang="en-US"/>
              <a:t>Click to edit Master title style</a:t>
            </a:r>
          </a:p>
        </p:txBody>
      </p:sp>
      <p:sp>
        <p:nvSpPr>
          <p:cNvPr id="3" name="Text Placeholder 2"/>
          <p:cNvSpPr>
            <a:spLocks noGrp="1"/>
          </p:cNvSpPr>
          <p:nvPr>
            <p:ph type="body" idx="1"/>
          </p:nvPr>
        </p:nvSpPr>
        <p:spPr>
          <a:xfrm>
            <a:off x="581191" y="2250891"/>
            <a:ext cx="5194769" cy="557784"/>
          </a:xfrm>
        </p:spPr>
        <p:txBody>
          <a:bodyPr anchor="ctr">
            <a:noAutofit/>
          </a:bodyPr>
          <a:lstStyle>
            <a:lvl1pPr marL="0" indent="0">
              <a:buNone/>
              <a:defRPr sz="2000" b="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81194" y="2926052"/>
            <a:ext cx="5194766"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416039" y="2250892"/>
            <a:ext cx="5194770" cy="553373"/>
          </a:xfrm>
        </p:spPr>
        <p:txBody>
          <a:bodyPr anchor="ctr">
            <a:noAutofit/>
          </a:bodyPr>
          <a:lstStyle>
            <a:lvl1pPr marL="0" marR="0" indent="0" algn="l" defTabSz="457200" rtl="0" eaLnBrk="1" fontAlgn="auto" latinLnBrk="0" hangingPunct="1">
              <a:lnSpc>
                <a:spcPct val="100000"/>
              </a:lnSpc>
              <a:spcBef>
                <a:spcPct val="20000"/>
              </a:spcBef>
              <a:spcAft>
                <a:spcPts val="600"/>
              </a:spcAft>
              <a:buClr>
                <a:schemeClr val="accent1"/>
              </a:buClr>
              <a:buSzPct val="92000"/>
              <a:buFont typeface="Wingdings 2" panose="05020102010507070707" pitchFamily="18" charset="2"/>
              <a:buNone/>
              <a:tabLst/>
              <a:defRPr sz="2000" b="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marR="0" lvl="0" indent="0" algn="l" defTabSz="457200" rtl="0" eaLnBrk="1" fontAlgn="auto" latinLnBrk="0" hangingPunct="1">
              <a:lnSpc>
                <a:spcPct val="100000"/>
              </a:lnSpc>
              <a:spcBef>
                <a:spcPct val="20000"/>
              </a:spcBef>
              <a:spcAft>
                <a:spcPts val="600"/>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6416037" y="2926052"/>
            <a:ext cx="5194771"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04C4989A-474C-40DE-95B9-011C28B71673}" type="datetime1">
              <a:rPr lang="en-US" smtClean="0"/>
              <a:t>2/7/2026</a:t>
            </a:fld>
            <a:endParaRPr lang="en-US"/>
          </a:p>
        </p:txBody>
      </p:sp>
      <p:sp>
        <p:nvSpPr>
          <p:cNvPr id="8" name="Footer Placeholder 7"/>
          <p:cNvSpPr>
            <a:spLocks noGrp="1"/>
          </p:cNvSpPr>
          <p:nvPr>
            <p:ph type="ftr" sz="quarter" idx="11"/>
          </p:nvPr>
        </p:nvSpPr>
        <p:spPr>
          <a:xfrm>
            <a:off x="581192" y="6423914"/>
            <a:ext cx="6917210" cy="365125"/>
          </a:xfrm>
          <a:prstGeom prst="rect">
            <a:avLst/>
          </a:prstGeom>
        </p:spPr>
        <p:txBody>
          <a:bodyPr/>
          <a:lstStyle/>
          <a:p>
            <a:endParaRPr lang="en-US"/>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a:p>
        </p:txBody>
      </p:sp>
    </p:spTree>
    <p:extLst>
      <p:ext uri="{BB962C8B-B14F-4D97-AF65-F5344CB8AC3E}">
        <p14:creationId xmlns:p14="http://schemas.microsoft.com/office/powerpoint/2010/main" val="17480465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575894" y="729658"/>
            <a:ext cx="11029616" cy="592246"/>
          </a:xfrm>
        </p:spPr>
        <p:txBody>
          <a:bodyPr/>
          <a:lstStyle/>
          <a:p>
            <a:r>
              <a:rPr lang="en-US"/>
              <a:t>Click to edit Master title style</a:t>
            </a:r>
          </a:p>
        </p:txBody>
      </p:sp>
      <p:sp>
        <p:nvSpPr>
          <p:cNvPr id="3" name="Date Placeholder 2"/>
          <p:cNvSpPr>
            <a:spLocks noGrp="1"/>
          </p:cNvSpPr>
          <p:nvPr>
            <p:ph type="dt" sz="half" idx="10"/>
          </p:nvPr>
        </p:nvSpPr>
        <p:spPr/>
        <p:txBody>
          <a:bodyPr/>
          <a:lstStyle/>
          <a:p>
            <a:fld id="{5DB4ED54-5B5E-4A04-93D3-5772E3CE3818}" type="datetime1">
              <a:rPr lang="en-US" smtClean="0"/>
              <a:t>2/7/2026</a:t>
            </a:fld>
            <a:endParaRPr lang="en-US"/>
          </a:p>
        </p:txBody>
      </p:sp>
      <p:sp>
        <p:nvSpPr>
          <p:cNvPr id="4" name="Footer Placeholder 3"/>
          <p:cNvSpPr>
            <a:spLocks noGrp="1"/>
          </p:cNvSpPr>
          <p:nvPr>
            <p:ph type="ftr" sz="quarter" idx="11"/>
          </p:nvPr>
        </p:nvSpPr>
        <p:spPr>
          <a:xfrm>
            <a:off x="581192" y="6423914"/>
            <a:ext cx="6917210" cy="365125"/>
          </a:xfrm>
          <a:prstGeom prst="rect">
            <a:avLst/>
          </a:prstGeom>
        </p:spPr>
        <p:txBody>
          <a:bodyPr/>
          <a:lstStyle/>
          <a:p>
            <a:endParaRPr lang="en-US"/>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a:p>
        </p:txBody>
      </p:sp>
    </p:spTree>
    <p:extLst>
      <p:ext uri="{BB962C8B-B14F-4D97-AF65-F5344CB8AC3E}">
        <p14:creationId xmlns:p14="http://schemas.microsoft.com/office/powerpoint/2010/main" val="11293638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2/7/2026</a:t>
            </a:fld>
            <a:endParaRPr lang="en-US"/>
          </a:p>
        </p:txBody>
      </p:sp>
      <p:sp>
        <p:nvSpPr>
          <p:cNvPr id="3" name="Footer Placeholder 2"/>
          <p:cNvSpPr>
            <a:spLocks noGrp="1"/>
          </p:cNvSpPr>
          <p:nvPr>
            <p:ph type="ftr" sz="quarter" idx="11"/>
          </p:nvPr>
        </p:nvSpPr>
        <p:spPr>
          <a:xfrm>
            <a:off x="581192" y="6423914"/>
            <a:ext cx="6917210" cy="365125"/>
          </a:xfrm>
          <a:prstGeom prst="rect">
            <a:avLst/>
          </a:prstGeom>
        </p:spPr>
        <p:txBody>
          <a:bodyPr/>
          <a:lstStyle/>
          <a:p>
            <a:endParaRPr lang="en-US"/>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a:p>
        </p:txBody>
      </p:sp>
    </p:spTree>
    <p:extLst>
      <p:ext uri="{BB962C8B-B14F-4D97-AF65-F5344CB8AC3E}">
        <p14:creationId xmlns:p14="http://schemas.microsoft.com/office/powerpoint/2010/main" val="11294949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601200"/>
            <a:ext cx="3682723" cy="5815475"/>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767857" y="933450"/>
            <a:ext cx="3031852" cy="1722419"/>
          </a:xfrm>
        </p:spPr>
        <p:txBody>
          <a:bodyPr anchor="b">
            <a:normAutofit/>
          </a:bodyPr>
          <a:lstStyle>
            <a:lvl1pPr algn="l">
              <a:defRPr sz="2400" b="0">
                <a:solidFill>
                  <a:srgbClr val="FFFFFF"/>
                </a:solidFill>
              </a:defRPr>
            </a:lvl1pPr>
          </a:lstStyle>
          <a:p>
            <a:r>
              <a:rPr lang="en-US"/>
              <a:t>Click to edit Master title style</a:t>
            </a:r>
          </a:p>
        </p:txBody>
      </p:sp>
      <p:sp>
        <p:nvSpPr>
          <p:cNvPr id="3" name="Content Placeholder 2"/>
          <p:cNvSpPr>
            <a:spLocks noGrp="1"/>
          </p:cNvSpPr>
          <p:nvPr>
            <p:ph idx="1"/>
          </p:nvPr>
        </p:nvSpPr>
        <p:spPr>
          <a:xfrm>
            <a:off x="4900928" y="1179829"/>
            <a:ext cx="6650991" cy="4658216"/>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767857" y="2836654"/>
            <a:ext cx="3031852" cy="3001392"/>
          </a:xfrm>
        </p:spPr>
        <p:txBody>
          <a:bodyPr anchor="t">
            <a:normAutofit/>
          </a:bodyPr>
          <a:lstStyle>
            <a:lvl1pPr marL="0" indent="0" algn="l">
              <a:buNone/>
              <a:defRPr sz="1600">
                <a:solidFill>
                  <a:srgbClr val="FFFFFF"/>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7605951" y="6456916"/>
            <a:ext cx="2844799" cy="365125"/>
          </a:xfrm>
        </p:spPr>
        <p:txBody>
          <a:bodyPr/>
          <a:lstStyle/>
          <a:p>
            <a:fld id="{D82884F1-FFEA-405F-9602-3DCA865EDA4E}" type="datetime1">
              <a:rPr lang="en-US" smtClean="0"/>
              <a:t>2/7/2026</a:t>
            </a:fld>
            <a:endParaRPr lang="en-US"/>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581192" y="6452590"/>
            <a:ext cx="6917210" cy="365125"/>
          </a:xfrm>
          <a:prstGeom prst="rect">
            <a:avLst/>
          </a:prstGeom>
        </p:spPr>
        <p:txBody>
          <a:bodyPr/>
          <a:lstStyle/>
          <a:p>
            <a:endParaRPr lang="en-US"/>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10558300" y="6456916"/>
            <a:ext cx="1052510" cy="365125"/>
          </a:xfrm>
        </p:spPr>
        <p:txBody>
          <a:bodyPr/>
          <a:lstStyle/>
          <a:p>
            <a:fld id="{3A98EE3D-8CD1-4C3F-BD1C-C98C9596463C}" type="slidenum">
              <a:rPr lang="en-US" smtClean="0"/>
              <a:pPr/>
              <a:t>‹#›</a:t>
            </a:fld>
            <a:endParaRPr lang="en-US"/>
          </a:p>
        </p:txBody>
      </p:sp>
    </p:spTree>
    <p:extLst>
      <p:ext uri="{BB962C8B-B14F-4D97-AF65-F5344CB8AC3E}">
        <p14:creationId xmlns:p14="http://schemas.microsoft.com/office/powerpoint/2010/main" val="12617666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tx1">
                    <a:lumMod val="75000"/>
                    <a:lumOff val="25000"/>
                  </a:schemeClr>
                </a:solidFill>
              </a:defRPr>
            </a:lvl1pPr>
          </a:lstStyle>
          <a:p>
            <a:r>
              <a:rPr lang="en-US"/>
              <a:t>Click to edit Master title style</a:t>
            </a:r>
          </a:p>
        </p:txBody>
      </p:sp>
      <p:sp>
        <p:nvSpPr>
          <p:cNvPr id="3" name="Picture Placeholder 2"/>
          <p:cNvSpPr>
            <a:spLocks noGrp="1" noChangeAspect="1"/>
          </p:cNvSpPr>
          <p:nvPr>
            <p:ph type="pic" idx="1"/>
          </p:nvPr>
        </p:nvSpPr>
        <p:spPr>
          <a:xfrm>
            <a:off x="447817" y="641350"/>
            <a:ext cx="11290859" cy="3651249"/>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4" name="Text Placeholder 3"/>
          <p:cNvSpPr>
            <a:spLocks noGrp="1"/>
          </p:cNvSpPr>
          <p:nvPr>
            <p:ph type="body" sz="half" idx="2"/>
          </p:nvPr>
        </p:nvSpPr>
        <p:spPr>
          <a:xfrm>
            <a:off x="581192" y="5260127"/>
            <a:ext cx="11029617" cy="998148"/>
          </a:xfrm>
        </p:spPr>
        <p:txBody>
          <a:bodyPr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t>2/7/2026</a:t>
            </a:fld>
            <a:endParaRPr lang="en-US"/>
          </a:p>
        </p:txBody>
      </p:sp>
      <p:sp>
        <p:nvSpPr>
          <p:cNvPr id="6" name="Footer Placeholder 5"/>
          <p:cNvSpPr>
            <a:spLocks noGrp="1"/>
          </p:cNvSpPr>
          <p:nvPr>
            <p:ph type="ftr" sz="quarter" idx="11"/>
          </p:nvPr>
        </p:nvSpPr>
        <p:spPr>
          <a:xfrm>
            <a:off x="581192" y="6423914"/>
            <a:ext cx="6917210" cy="365125"/>
          </a:xfrm>
          <a:prstGeom prst="rect">
            <a:avLst/>
          </a:prstGeom>
        </p:spPr>
        <p:txBody>
          <a:bodyPr/>
          <a:lstStyle/>
          <a:p>
            <a:pPr algn="l"/>
            <a:endParaRPr lang="en-US"/>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a:p>
        </p:txBody>
      </p:sp>
    </p:spTree>
    <p:extLst>
      <p:ext uri="{BB962C8B-B14F-4D97-AF65-F5344CB8AC3E}">
        <p14:creationId xmlns:p14="http://schemas.microsoft.com/office/powerpoint/2010/main" val="35732895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581192" y="702156"/>
            <a:ext cx="11029616" cy="1013800"/>
          </a:xfrm>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CED4963-E985-44C4-B8C4-FDD613B7C2F8}" type="datetime1">
              <a:rPr lang="en-US" smtClean="0"/>
              <a:t>2/7/2026</a:t>
            </a:fld>
            <a:endParaRPr lang="en-US"/>
          </a:p>
        </p:txBody>
      </p:sp>
      <p:sp>
        <p:nvSpPr>
          <p:cNvPr id="5" name="Footer Placeholder 4"/>
          <p:cNvSpPr>
            <a:spLocks noGrp="1"/>
          </p:cNvSpPr>
          <p:nvPr>
            <p:ph type="ftr" sz="quarter" idx="11"/>
          </p:nvPr>
        </p:nvSpPr>
        <p:spPr>
          <a:xfrm>
            <a:off x="581192" y="6423914"/>
            <a:ext cx="6917210" cy="365125"/>
          </a:xfrm>
          <a:prstGeom prst="rect">
            <a:avLst/>
          </a:prstGeom>
        </p:spPr>
        <p:txBody>
          <a:bodyPr/>
          <a:lstStyle/>
          <a:p>
            <a:endParaRPr lang="en-US"/>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a:p>
        </p:txBody>
      </p:sp>
    </p:spTree>
    <p:extLst>
      <p:ext uri="{BB962C8B-B14F-4D97-AF65-F5344CB8AC3E}">
        <p14:creationId xmlns:p14="http://schemas.microsoft.com/office/powerpoint/2010/main" val="12835911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058151" y="599725"/>
            <a:ext cx="3687316" cy="581695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204200" y="863600"/>
            <a:ext cx="3124200" cy="4807326"/>
          </a:xfrm>
        </p:spPr>
        <p:txBody>
          <a:bodyPr vert="eaVert" anchor="ctr"/>
          <a:lstStyle>
            <a:lvl1pPr>
              <a:defRPr>
                <a:solidFill>
                  <a:srgbClr val="FFFFFF"/>
                </a:solidFill>
              </a:defRPr>
            </a:lvl1pPr>
          </a:lstStyle>
          <a:p>
            <a:r>
              <a:rPr lang="en-US"/>
              <a:t>Click to edit Master title style</a:t>
            </a:r>
          </a:p>
        </p:txBody>
      </p:sp>
      <p:sp>
        <p:nvSpPr>
          <p:cNvPr id="3" name="Vertical Text Placeholder 2"/>
          <p:cNvSpPr>
            <a:spLocks noGrp="1"/>
          </p:cNvSpPr>
          <p:nvPr>
            <p:ph type="body" orient="vert" idx="1"/>
          </p:nvPr>
        </p:nvSpPr>
        <p:spPr>
          <a:xfrm>
            <a:off x="774923" y="863600"/>
            <a:ext cx="7161625" cy="4807326"/>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Rectangle 7">
            <a:extLst>
              <a:ext uri="{FF2B5EF4-FFF2-40B4-BE49-F238E27FC236}">
                <a16:creationId xmlns:a16="http://schemas.microsoft.com/office/drawing/2014/main" id="{F6423B97-A5D4-47B9-8861-73B3707A04CF}"/>
              </a:ext>
            </a:extLst>
          </p:cNvPr>
          <p:cNvSpPr/>
          <p:nvPr/>
        </p:nvSpPr>
        <p:spPr>
          <a:xfrm>
            <a:off x="446534" y="457200"/>
            <a:ext cx="3703320" cy="94997"/>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8042147" y="453643"/>
            <a:ext cx="3703320" cy="98554"/>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ED291B17-9318-49DB-B28B-6E5994AE9581}" type="datetime1">
              <a:rPr lang="en-US" smtClean="0"/>
              <a:t>2/7/2026</a:t>
            </a:fld>
            <a:endParaRPr lang="en-US"/>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a:xfrm>
            <a:off x="581192" y="6423914"/>
            <a:ext cx="6917210" cy="365125"/>
          </a:xfrm>
          <a:prstGeom prst="rect">
            <a:avLst/>
          </a:prstGeom>
        </p:spPr>
        <p:txBody>
          <a:bodyPr/>
          <a:lstStyle/>
          <a:p>
            <a:endParaRPr lang="en-US"/>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a:p>
        </p:txBody>
      </p:sp>
    </p:spTree>
    <p:extLst>
      <p:ext uri="{BB962C8B-B14F-4D97-AF65-F5344CB8AC3E}">
        <p14:creationId xmlns:p14="http://schemas.microsoft.com/office/powerpoint/2010/main" val="33888496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557146"/>
          </a:xfrm>
          <a:prstGeom prst="rect">
            <a:avLst/>
          </a:prstGeom>
        </p:spPr>
        <p:txBody>
          <a:bodyPr vert="horz" lIns="91440" tIns="45720" rIns="91440" bIns="45720" rtlCol="0" anchor="b">
            <a:normAutofit/>
          </a:bodyPr>
          <a:lstStyle/>
          <a:p>
            <a:r>
              <a:rPr lang="en-US"/>
              <a:t>Click to edit Master title style</a:t>
            </a:r>
          </a:p>
        </p:txBody>
      </p:sp>
      <p:sp>
        <p:nvSpPr>
          <p:cNvPr id="3" name="Text Placeholder 2"/>
          <p:cNvSpPr>
            <a:spLocks noGrp="1"/>
          </p:cNvSpPr>
          <p:nvPr>
            <p:ph type="body" idx="1"/>
          </p:nvPr>
        </p:nvSpPr>
        <p:spPr>
          <a:xfrm>
            <a:off x="581192" y="1415198"/>
            <a:ext cx="11029616" cy="4572852"/>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7605951" y="6423914"/>
            <a:ext cx="2844799" cy="365125"/>
          </a:xfrm>
          <a:prstGeom prst="rect">
            <a:avLst/>
          </a:prstGeom>
        </p:spPr>
        <p:txBody>
          <a:bodyPr vert="horz" lIns="91440" tIns="45720" rIns="91440" bIns="45720" rtlCol="0" anchor="ctr"/>
          <a:lstStyle>
            <a:lvl1pPr algn="r">
              <a:defRPr sz="900">
                <a:solidFill>
                  <a:schemeClr val="tx1">
                    <a:lumMod val="75000"/>
                    <a:lumOff val="25000"/>
                  </a:schemeClr>
                </a:solidFill>
              </a:defRPr>
            </a:lvl1pPr>
          </a:lstStyle>
          <a:p>
            <a:fld id="{ED291B17-9318-49DB-B28B-6E5994AE9581}" type="datetime1">
              <a:rPr lang="en-US" smtClean="0"/>
              <a:t>2/7/2026</a:t>
            </a:fld>
            <a:endParaRPr lang="en-US"/>
          </a:p>
        </p:txBody>
      </p:sp>
      <p:sp>
        <p:nvSpPr>
          <p:cNvPr id="6" name="Slide Number Placeholder 5"/>
          <p:cNvSpPr>
            <a:spLocks noGrp="1"/>
          </p:cNvSpPr>
          <p:nvPr>
            <p:ph type="sldNum" sz="quarter" idx="4"/>
          </p:nvPr>
        </p:nvSpPr>
        <p:spPr>
          <a:xfrm>
            <a:off x="10558300" y="6423914"/>
            <a:ext cx="1052510" cy="365125"/>
          </a:xfrm>
          <a:prstGeom prst="rect">
            <a:avLst/>
          </a:prstGeom>
        </p:spPr>
        <p:txBody>
          <a:bodyPr vert="horz" lIns="91440" tIns="45720" rIns="91440" bIns="45720" rtlCol="0" anchor="ctr"/>
          <a:lstStyle>
            <a:lvl1pPr algn="r">
              <a:defRPr sz="900">
                <a:solidFill>
                  <a:schemeClr val="tx1">
                    <a:lumMod val="75000"/>
                    <a:lumOff val="25000"/>
                  </a:schemeClr>
                </a:solidFill>
              </a:defRPr>
            </a:lvl1pPr>
          </a:lstStyle>
          <a:p>
            <a:fld id="{3A98EE3D-8CD1-4C3F-BD1C-C98C9596463C}" type="slidenum">
              <a:rPr lang="en-US" smtClean="0"/>
              <a:t>‹#›</a:t>
            </a:fld>
            <a:endParaRPr lang="en-US"/>
          </a:p>
        </p:txBody>
      </p:sp>
      <p:sp>
        <p:nvSpPr>
          <p:cNvPr id="9" name="Rectangle 8"/>
          <p:cNvSpPr/>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pic>
        <p:nvPicPr>
          <p:cNvPr id="8" name="Picture 7" descr="Logo&#10;&#10;Description automatically generated">
            <a:extLst>
              <a:ext uri="{FF2B5EF4-FFF2-40B4-BE49-F238E27FC236}">
                <a16:creationId xmlns:a16="http://schemas.microsoft.com/office/drawing/2014/main" id="{14A64E4D-8DED-7830-2955-1BE78C5B0655}"/>
              </a:ext>
            </a:extLst>
          </p:cNvPr>
          <p:cNvPicPr>
            <a:picLocks noChangeAspect="1"/>
          </p:cNvPicPr>
          <p:nvPr userDrawn="1"/>
        </p:nvPicPr>
        <p:blipFill>
          <a:blip r:embed="rId13"/>
          <a:stretch>
            <a:fillRect/>
          </a:stretch>
        </p:blipFill>
        <p:spPr>
          <a:xfrm>
            <a:off x="10485003" y="6437910"/>
            <a:ext cx="1125805" cy="365126"/>
          </a:xfrm>
          <a:prstGeom prst="rect">
            <a:avLst/>
          </a:prstGeom>
        </p:spPr>
      </p:pic>
    </p:spTree>
    <p:extLst>
      <p:ext uri="{BB962C8B-B14F-4D97-AF65-F5344CB8AC3E}">
        <p14:creationId xmlns:p14="http://schemas.microsoft.com/office/powerpoint/2010/main" val="3000897896"/>
      </p:ext>
    </p:extLst>
  </p:cSld>
  <p:clrMap bg1="lt1" tx1="dk1" bg2="lt2" tx2="dk2" accent1="accent1" accent2="accent2" accent3="accent3" accent4="accent4" accent5="accent5" accent6="accent6" hlink="hlink" folHlink="folHlink"/>
  <p:sldLayoutIdLst>
    <p:sldLayoutId id="2147483756" r:id="rId1"/>
    <p:sldLayoutId id="2147483757" r:id="rId2"/>
    <p:sldLayoutId id="2147483758" r:id="rId3"/>
    <p:sldLayoutId id="2147483759" r:id="rId4"/>
    <p:sldLayoutId id="2147483711" r:id="rId5"/>
    <p:sldLayoutId id="2147483760" r:id="rId6"/>
    <p:sldLayoutId id="2147483762" r:id="rId7"/>
    <p:sldLayoutId id="2147483706" r:id="rId8"/>
    <p:sldLayoutId id="2147483709" r:id="rId9"/>
    <p:sldLayoutId id="2147483707" r:id="rId10"/>
    <p:sldLayoutId id="2147483708" r:id="rId11"/>
  </p:sldLayoutIdLst>
  <p:hf sldNum="0" hdr="0" ftr="0" dt="0"/>
  <p:txStyles>
    <p:title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lnSpc>
          <a:spcPct val="110000"/>
        </a:lnSpc>
        <a:spcBef>
          <a:spcPct val="20000"/>
        </a:spcBef>
        <a:spcAft>
          <a:spcPts val="600"/>
        </a:spcAft>
        <a:buClr>
          <a:schemeClr val="accent1"/>
        </a:buClr>
        <a:buSzPct val="92000"/>
        <a:buFont typeface="Wingdings 2" panose="05020102010507070707" pitchFamily="18" charset="2"/>
        <a:buChar char=""/>
        <a:defRPr sz="1700" kern="1200">
          <a:solidFill>
            <a:schemeClr val="tx1">
              <a:lumMod val="75000"/>
              <a:lumOff val="25000"/>
            </a:schemeClr>
          </a:solidFill>
          <a:latin typeface="+mn-lt"/>
          <a:ea typeface="+mn-ea"/>
          <a:cs typeface="+mn-cs"/>
        </a:defRPr>
      </a:lvl1pPr>
      <a:lvl2pPr marL="630000" indent="-306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400" kern="1200">
          <a:solidFill>
            <a:schemeClr val="tx1">
              <a:lumMod val="75000"/>
              <a:lumOff val="25000"/>
            </a:schemeClr>
          </a:solidFill>
          <a:latin typeface="+mn-lt"/>
          <a:ea typeface="+mn-ea"/>
          <a:cs typeface="+mn-cs"/>
        </a:defRPr>
      </a:lvl2pPr>
      <a:lvl3pPr marL="900000" indent="-270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300" kern="1200">
          <a:solidFill>
            <a:schemeClr val="tx1">
              <a:lumMod val="75000"/>
              <a:lumOff val="25000"/>
            </a:schemeClr>
          </a:solidFill>
          <a:latin typeface="+mn-lt"/>
          <a:ea typeface="+mn-ea"/>
          <a:cs typeface="+mn-cs"/>
        </a:defRPr>
      </a:lvl3pPr>
      <a:lvl4pPr marL="124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4pPr>
      <a:lvl5pPr marL="160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A11E26-4C38-41A6-9857-11032CEECD80}"/>
              </a:ext>
            </a:extLst>
          </p:cNvPr>
          <p:cNvSpPr>
            <a:spLocks noGrp="1"/>
          </p:cNvSpPr>
          <p:nvPr>
            <p:ph type="ctrTitle"/>
          </p:nvPr>
        </p:nvSpPr>
        <p:spPr>
          <a:xfrm>
            <a:off x="1359108" y="1821635"/>
            <a:ext cx="9144000" cy="977778"/>
          </a:xfrm>
        </p:spPr>
        <p:txBody>
          <a:bodyPr/>
          <a:lstStyle/>
          <a:p>
            <a:pPr algn="ctr"/>
            <a:r>
              <a:rPr lang="en-US" b="1">
                <a:solidFill>
                  <a:schemeClr val="accent1"/>
                </a:solidFill>
                <a:latin typeface="Arial"/>
                <a:cs typeface="Arial"/>
              </a:rPr>
              <a:t>Project Title</a:t>
            </a:r>
            <a:endParaRPr lang="en-US" b="1" dirty="0">
              <a:solidFill>
                <a:schemeClr val="accent1"/>
              </a:solidFill>
              <a:latin typeface="Arial"/>
              <a:cs typeface="Arial"/>
            </a:endParaRPr>
          </a:p>
        </p:txBody>
      </p:sp>
      <p:sp>
        <p:nvSpPr>
          <p:cNvPr id="3" name="TextBox 2"/>
          <p:cNvSpPr txBox="1"/>
          <p:nvPr/>
        </p:nvSpPr>
        <p:spPr>
          <a:xfrm>
            <a:off x="-329782" y="1034321"/>
            <a:ext cx="12726648" cy="584775"/>
          </a:xfrm>
          <a:prstGeom prst="rect">
            <a:avLst/>
          </a:prstGeom>
          <a:noFill/>
        </p:spPr>
        <p:txBody>
          <a:bodyPr wrap="square" lIns="91440" tIns="45720" rIns="91440" bIns="45720" rtlCol="0" anchor="t">
            <a:spAutoFit/>
          </a:bodyPr>
          <a:lstStyle/>
          <a:p>
            <a:pPr algn="ctr"/>
            <a:r>
              <a:rPr lang="en-US" sz="3200" b="1">
                <a:solidFill>
                  <a:schemeClr val="accent1">
                    <a:lumMod val="75000"/>
                  </a:schemeClr>
                </a:solidFill>
                <a:latin typeface="Arial"/>
                <a:cs typeface="Arial"/>
              </a:rPr>
              <a:t>CAPSTONE PROJECT</a:t>
            </a:r>
          </a:p>
        </p:txBody>
      </p:sp>
      <p:sp>
        <p:nvSpPr>
          <p:cNvPr id="4" name="TextBox 3"/>
          <p:cNvSpPr txBox="1"/>
          <p:nvPr/>
        </p:nvSpPr>
        <p:spPr>
          <a:xfrm>
            <a:off x="3117529" y="4586365"/>
            <a:ext cx="7980183" cy="1015663"/>
          </a:xfrm>
          <a:prstGeom prst="rect">
            <a:avLst/>
          </a:prstGeom>
          <a:noFill/>
        </p:spPr>
        <p:txBody>
          <a:bodyPr wrap="square" lIns="91440" tIns="45720" rIns="91440" bIns="45720" rtlCol="0" anchor="t">
            <a:spAutoFit/>
          </a:bodyPr>
          <a:lstStyle/>
          <a:p>
            <a:r>
              <a:rPr lang="en-US" sz="2000" b="1" dirty="0">
                <a:solidFill>
                  <a:schemeClr val="accent1">
                    <a:lumMod val="75000"/>
                  </a:schemeClr>
                </a:solidFill>
                <a:latin typeface="Arial" pitchFamily="34" charset="0"/>
                <a:cs typeface="Arial" pitchFamily="34" charset="0"/>
              </a:rPr>
              <a:t>Presented By: </a:t>
            </a:r>
            <a:r>
              <a:rPr lang="en-US" sz="2000" b="1" dirty="0">
                <a:solidFill>
                  <a:schemeClr val="accent1">
                    <a:lumMod val="75000"/>
                  </a:schemeClr>
                </a:solidFill>
                <a:latin typeface="Arial"/>
                <a:cs typeface="Arial"/>
              </a:rPr>
              <a:t>PARTH VERMA </a:t>
            </a:r>
          </a:p>
          <a:p>
            <a:r>
              <a:rPr lang="en-US" sz="2000" b="1" dirty="0">
                <a:solidFill>
                  <a:schemeClr val="accent1">
                    <a:lumMod val="75000"/>
                  </a:schemeClr>
                </a:solidFill>
                <a:latin typeface="Arial"/>
                <a:cs typeface="Arial"/>
              </a:rPr>
              <a:t>College Name &amp; Department: Haridwar University(</a:t>
            </a:r>
            <a:r>
              <a:rPr lang="en-US" sz="2000" b="1" dirty="0" err="1">
                <a:solidFill>
                  <a:schemeClr val="accent1">
                    <a:lumMod val="75000"/>
                  </a:schemeClr>
                </a:solidFill>
                <a:latin typeface="Arial"/>
                <a:cs typeface="Arial"/>
              </a:rPr>
              <a:t>B.Tech</a:t>
            </a:r>
            <a:r>
              <a:rPr lang="en-US" sz="2000" b="1" dirty="0">
                <a:solidFill>
                  <a:schemeClr val="accent1">
                    <a:lumMod val="75000"/>
                  </a:schemeClr>
                </a:solidFill>
                <a:latin typeface="Arial"/>
                <a:cs typeface="Arial"/>
              </a:rPr>
              <a:t> CSE(AI &amp; ML))</a:t>
            </a:r>
          </a:p>
        </p:txBody>
      </p:sp>
    </p:spTree>
    <p:extLst>
      <p:ext uri="{BB962C8B-B14F-4D97-AF65-F5344CB8AC3E}">
        <p14:creationId xmlns:p14="http://schemas.microsoft.com/office/powerpoint/2010/main" val="9533255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FFEB4C-F209-4AE7-AA2B-B3C26CE2C51D}"/>
              </a:ext>
            </a:extLst>
          </p:cNvPr>
          <p:cNvSpPr>
            <a:spLocks noGrp="1"/>
          </p:cNvSpPr>
          <p:nvPr>
            <p:ph type="title"/>
          </p:nvPr>
        </p:nvSpPr>
        <p:spPr>
          <a:xfrm>
            <a:off x="849573" y="558468"/>
            <a:ext cx="10515600" cy="1325563"/>
          </a:xfrm>
        </p:spPr>
        <p:txBody>
          <a:bodyPr/>
          <a:lstStyle/>
          <a:p>
            <a:r>
              <a:rPr lang="en-US" b="1">
                <a:solidFill>
                  <a:srgbClr val="002060"/>
                </a:solidFill>
                <a:latin typeface="Arial" panose="020B0604020202020204" pitchFamily="34" charset="0"/>
                <a:cs typeface="Arial" panose="020B0604020202020204" pitchFamily="34" charset="0"/>
              </a:rPr>
              <a:t>OUTLINE</a:t>
            </a:r>
          </a:p>
        </p:txBody>
      </p:sp>
      <p:sp>
        <p:nvSpPr>
          <p:cNvPr id="3" name="Content Placeholder 2">
            <a:extLst>
              <a:ext uri="{FF2B5EF4-FFF2-40B4-BE49-F238E27FC236}">
                <a16:creationId xmlns:a16="http://schemas.microsoft.com/office/drawing/2014/main" id="{B2678641-EEA3-4EC4-BF39-4075B0C120E8}"/>
              </a:ext>
            </a:extLst>
          </p:cNvPr>
          <p:cNvSpPr>
            <a:spLocks noGrp="1"/>
          </p:cNvSpPr>
          <p:nvPr>
            <p:ph idx="1"/>
          </p:nvPr>
        </p:nvSpPr>
        <p:spPr>
          <a:xfrm>
            <a:off x="838200" y="1618938"/>
            <a:ext cx="11019020" cy="5239062"/>
          </a:xfrm>
        </p:spPr>
        <p:txBody>
          <a:bodyPr vert="horz" lIns="91440" tIns="45720" rIns="91440" bIns="45720" rtlCol="0" anchor="t">
            <a:noAutofit/>
          </a:bodyPr>
          <a:lstStyle/>
          <a:p>
            <a:pPr marL="0" indent="0">
              <a:buNone/>
            </a:pPr>
            <a:r>
              <a:rPr lang="en-US" sz="2000" b="1" dirty="0">
                <a:latin typeface="Arial"/>
                <a:ea typeface="+mn-lt"/>
                <a:cs typeface="Arial"/>
              </a:rPr>
              <a:t>  </a:t>
            </a:r>
            <a:endParaRPr lang="en-US" dirty="0">
              <a:latin typeface="Arial"/>
              <a:cs typeface="Arial"/>
            </a:endParaRPr>
          </a:p>
          <a:p>
            <a:pPr marL="305435" indent="-305435"/>
            <a:r>
              <a:rPr lang="en-US" sz="2000" b="1" dirty="0">
                <a:latin typeface="Arial"/>
                <a:ea typeface="+mn-lt"/>
                <a:cs typeface="Arial"/>
              </a:rPr>
              <a:t>Problem Statement </a:t>
            </a:r>
          </a:p>
          <a:p>
            <a:pPr marL="305435" indent="-305435"/>
            <a:r>
              <a:rPr lang="en-US" sz="2000" b="1" dirty="0">
                <a:latin typeface="Arial"/>
                <a:ea typeface="+mn-lt"/>
                <a:cs typeface="Arial"/>
              </a:rPr>
              <a:t>Proposed System/Solution</a:t>
            </a:r>
            <a:endParaRPr lang="en-US" dirty="0">
              <a:latin typeface="Arial"/>
              <a:cs typeface="Arial"/>
            </a:endParaRPr>
          </a:p>
          <a:p>
            <a:pPr marL="305435" indent="-305435"/>
            <a:r>
              <a:rPr lang="en-US" sz="2000" b="1" dirty="0">
                <a:latin typeface="Arial"/>
                <a:ea typeface="+mn-lt"/>
                <a:cs typeface="Calibri"/>
              </a:rPr>
              <a:t>System </a:t>
            </a:r>
            <a:r>
              <a:rPr lang="en-US" sz="2000" b="1" dirty="0">
                <a:latin typeface="Arial"/>
                <a:ea typeface="+mn-lt"/>
                <a:cs typeface="+mn-lt"/>
              </a:rPr>
              <a:t>Development Approach</a:t>
            </a:r>
            <a:r>
              <a:rPr lang="en-US" sz="2000" dirty="0">
                <a:latin typeface="Arial"/>
                <a:ea typeface="+mn-lt"/>
                <a:cs typeface="+mn-lt"/>
              </a:rPr>
              <a:t> </a:t>
            </a:r>
            <a:endParaRPr lang="en-US" dirty="0">
              <a:latin typeface="Arial"/>
              <a:ea typeface="+mn-lt"/>
              <a:cs typeface="+mn-lt"/>
            </a:endParaRPr>
          </a:p>
          <a:p>
            <a:pPr marL="305435" indent="-305435"/>
            <a:r>
              <a:rPr lang="en-US" sz="2000" b="1" dirty="0">
                <a:latin typeface="Arial"/>
                <a:ea typeface="+mn-lt"/>
                <a:cs typeface="+mn-lt"/>
              </a:rPr>
              <a:t>Algorithm &amp; Deployment  </a:t>
            </a:r>
            <a:endParaRPr lang="en-US" dirty="0">
              <a:latin typeface="Arial"/>
              <a:cs typeface="Calibri"/>
            </a:endParaRPr>
          </a:p>
          <a:p>
            <a:pPr marL="305435" indent="-305435"/>
            <a:r>
              <a:rPr lang="en-US" sz="2000" b="1" dirty="0">
                <a:latin typeface="Arial"/>
                <a:ea typeface="+mn-lt"/>
                <a:cs typeface="Arial"/>
              </a:rPr>
              <a:t>Result (Output Image)</a:t>
            </a:r>
          </a:p>
          <a:p>
            <a:pPr marL="305435" indent="-305435"/>
            <a:r>
              <a:rPr lang="en-US" sz="2000" b="1" dirty="0">
                <a:latin typeface="Arial"/>
                <a:ea typeface="+mn-lt"/>
                <a:cs typeface="Arial"/>
              </a:rPr>
              <a:t>Conclusion</a:t>
            </a:r>
            <a:endParaRPr lang="en-US" dirty="0">
              <a:latin typeface="Arial"/>
              <a:cs typeface="Arial"/>
            </a:endParaRPr>
          </a:p>
          <a:p>
            <a:pPr marL="305435" indent="-305435"/>
            <a:r>
              <a:rPr lang="en-US" sz="2000" b="1" dirty="0">
                <a:latin typeface="Arial"/>
                <a:ea typeface="+mn-lt"/>
                <a:cs typeface="Arial"/>
              </a:rPr>
              <a:t>Future Scope</a:t>
            </a:r>
          </a:p>
          <a:p>
            <a:pPr marL="305435" indent="-305435"/>
            <a:r>
              <a:rPr lang="en-US" sz="2000" b="1" dirty="0">
                <a:latin typeface="Arial"/>
                <a:ea typeface="+mn-lt"/>
                <a:cs typeface="Arial"/>
              </a:rPr>
              <a:t>References</a:t>
            </a:r>
            <a:endParaRPr lang="en-US" dirty="0">
              <a:latin typeface="Arial"/>
              <a:cs typeface="Arial"/>
            </a:endParaRPr>
          </a:p>
          <a:p>
            <a:pPr marL="305435" indent="-305435"/>
            <a:endParaRPr lang="en-US" dirty="0">
              <a:latin typeface="Arial"/>
              <a:cs typeface="Arial"/>
            </a:endParaRPr>
          </a:p>
        </p:txBody>
      </p:sp>
    </p:spTree>
    <p:extLst>
      <p:ext uri="{BB962C8B-B14F-4D97-AF65-F5344CB8AC3E}">
        <p14:creationId xmlns:p14="http://schemas.microsoft.com/office/powerpoint/2010/main" val="29001537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FBA75B4-2DD5-42EB-9397-F36BFB8BA723}"/>
              </a:ext>
            </a:extLst>
          </p:cNvPr>
          <p:cNvSpPr>
            <a:spLocks noGrp="1"/>
          </p:cNvSpPr>
          <p:nvPr>
            <p:ph type="title"/>
          </p:nvPr>
        </p:nvSpPr>
        <p:spPr/>
        <p:txBody>
          <a:bodyPr>
            <a:normAutofit fontScale="90000"/>
          </a:bodyPr>
          <a:lstStyle/>
          <a:p>
            <a:r>
              <a:rPr lang="en-US" sz="4400" b="1">
                <a:solidFill>
                  <a:schemeClr val="accent1"/>
                </a:solidFill>
                <a:latin typeface="Arial" panose="020B0604020202020204" pitchFamily="34" charset="0"/>
                <a:cs typeface="Arial" panose="020B0604020202020204" pitchFamily="34" charset="0"/>
              </a:rPr>
              <a:t>Problem Statement</a:t>
            </a:r>
            <a:endParaRPr lang="en-US" sz="4400"/>
          </a:p>
        </p:txBody>
      </p:sp>
      <p:sp>
        <p:nvSpPr>
          <p:cNvPr id="2" name="Content Placeholder 1">
            <a:extLst>
              <a:ext uri="{FF2B5EF4-FFF2-40B4-BE49-F238E27FC236}">
                <a16:creationId xmlns:a16="http://schemas.microsoft.com/office/drawing/2014/main" id="{8FEE4A9C-3F57-7DA7-91FD-715C3FB47F93}"/>
              </a:ext>
            </a:extLst>
          </p:cNvPr>
          <p:cNvSpPr>
            <a:spLocks noGrp="1"/>
          </p:cNvSpPr>
          <p:nvPr>
            <p:ph idx="1"/>
          </p:nvPr>
        </p:nvSpPr>
        <p:spPr>
          <a:xfrm>
            <a:off x="452403" y="1237632"/>
            <a:ext cx="11029615" cy="4673324"/>
          </a:xfrm>
        </p:spPr>
        <p:txBody>
          <a:bodyPr>
            <a:normAutofit fontScale="92500" lnSpcReduction="20000"/>
          </a:bodyPr>
          <a:lstStyle/>
          <a:p>
            <a:pPr marL="0" indent="0">
              <a:buNone/>
            </a:pPr>
            <a:r>
              <a:rPr lang="en-US" sz="3200" dirty="0"/>
              <a:t>Despite the expansion of the Tele-Law initiative across states and districts, there is limited understanding of demographic utilization patterns and regional disparities in legal aid access. The challenge is to analyze Tele-Law case registration data to uncover gender-wise, caste-wise, and geographic disparities in service utilization across CSCs. Uneven representation among marginalized groups (SC, ST, OBC) and low outreach in certain districts raise concerns about equity and effectiveness. Moreover, the varying number of CSCs per region complicates direct comparisons. This problem demands a data-driven approach to evaluate inclusivity and optimize service delivery. </a:t>
            </a:r>
            <a:endParaRPr lang="en-IN" dirty="0"/>
          </a:p>
        </p:txBody>
      </p:sp>
    </p:spTree>
    <p:extLst>
      <p:ext uri="{BB962C8B-B14F-4D97-AF65-F5344CB8AC3E}">
        <p14:creationId xmlns:p14="http://schemas.microsoft.com/office/powerpoint/2010/main" val="118642116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FBA75B4-2DD5-42EB-9397-F36BFB8BA723}"/>
              </a:ext>
            </a:extLst>
          </p:cNvPr>
          <p:cNvSpPr>
            <a:spLocks noGrp="1"/>
          </p:cNvSpPr>
          <p:nvPr>
            <p:ph type="title"/>
          </p:nvPr>
        </p:nvSpPr>
        <p:spPr/>
        <p:txBody>
          <a:bodyPr>
            <a:normAutofit fontScale="90000"/>
          </a:bodyPr>
          <a:lstStyle/>
          <a:p>
            <a:r>
              <a:rPr lang="en-US" sz="4400" b="1" dirty="0">
                <a:solidFill>
                  <a:schemeClr val="accent1"/>
                </a:solidFill>
                <a:latin typeface="Arial" panose="020B0604020202020204" pitchFamily="34" charset="0"/>
                <a:cs typeface="Arial" panose="020B0604020202020204" pitchFamily="34" charset="0"/>
              </a:rPr>
              <a:t>Proposed Solution</a:t>
            </a:r>
            <a:endParaRPr lang="en-US" sz="4400" dirty="0"/>
          </a:p>
        </p:txBody>
      </p:sp>
      <p:sp>
        <p:nvSpPr>
          <p:cNvPr id="2" name="Content Placeholder 1">
            <a:extLst>
              <a:ext uri="{FF2B5EF4-FFF2-40B4-BE49-F238E27FC236}">
                <a16:creationId xmlns:a16="http://schemas.microsoft.com/office/drawing/2014/main" id="{E041FD9D-DF07-9C37-1E61-1D920E0EF1D4}"/>
              </a:ext>
            </a:extLst>
          </p:cNvPr>
          <p:cNvSpPr>
            <a:spLocks noGrp="1"/>
          </p:cNvSpPr>
          <p:nvPr>
            <p:ph idx="1"/>
          </p:nvPr>
        </p:nvSpPr>
        <p:spPr>
          <a:xfrm>
            <a:off x="0" y="1097280"/>
            <a:ext cx="12191999" cy="5760720"/>
          </a:xfrm>
        </p:spPr>
        <p:txBody>
          <a:bodyPr vert="horz" lIns="91440" tIns="45720" rIns="91440" bIns="45720" rtlCol="0" anchor="ctr">
            <a:noAutofit/>
          </a:bodyPr>
          <a:lstStyle/>
          <a:p>
            <a:r>
              <a:rPr lang="en-US" sz="2400" dirty="0"/>
              <a:t>The proposed system analyzes Tele-Law case registration data to identify demographic and regional disparities in access to legal aid services. Using data analytics, the system evaluates gender-wise, caste-wise (SC, ST, OBC), and district-wise utilization patterns to assess inclusivity.</a:t>
            </a:r>
          </a:p>
          <a:p>
            <a:r>
              <a:rPr lang="en-US" sz="2400" dirty="0"/>
              <a:t>District-level data from FY 2021–22 to 2024–25 is collected and preprocessed to handle missing values and inconsistencies. Case registrations are normalized based on the number of Common Service </a:t>
            </a:r>
            <a:r>
              <a:rPr lang="en-US" sz="2400" dirty="0" err="1"/>
              <a:t>Centres</a:t>
            </a:r>
            <a:r>
              <a:rPr lang="en-US" sz="2400" dirty="0"/>
              <a:t> (CSCs) to enable fair regional comparison.</a:t>
            </a:r>
          </a:p>
          <a:p>
            <a:r>
              <a:rPr lang="en-US" sz="2400" dirty="0"/>
              <a:t>Analytical techniques are applied to identify underrepresented communities and districts with low outreach. The system is developed and deployed using </a:t>
            </a:r>
            <a:r>
              <a:rPr lang="en-US" sz="2400" b="1" dirty="0"/>
              <a:t>IBM Cloud Lite services</a:t>
            </a:r>
            <a:r>
              <a:rPr lang="en-US" sz="2400" dirty="0"/>
              <a:t>, with data processing and visualization supported by IBM Watson Studio.</a:t>
            </a:r>
          </a:p>
          <a:p>
            <a:r>
              <a:rPr lang="en-US" sz="2400" dirty="0"/>
              <a:t>The outcome provides clear insights into Tele-Law service gaps, highlights underserved regions, and supports data-driven decision-making to improve inclusive legal access</a:t>
            </a:r>
            <a:r>
              <a:rPr lang="en-US" sz="1200" dirty="0"/>
              <a:t>.</a:t>
            </a:r>
          </a:p>
        </p:txBody>
      </p:sp>
    </p:spTree>
    <p:extLst>
      <p:ext uri="{BB962C8B-B14F-4D97-AF65-F5344CB8AC3E}">
        <p14:creationId xmlns:p14="http://schemas.microsoft.com/office/powerpoint/2010/main" val="321035848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FBA75B4-2DD5-42EB-9397-F36BFB8BA723}"/>
              </a:ext>
            </a:extLst>
          </p:cNvPr>
          <p:cNvSpPr>
            <a:spLocks noGrp="1"/>
          </p:cNvSpPr>
          <p:nvPr>
            <p:ph type="title"/>
          </p:nvPr>
        </p:nvSpPr>
        <p:spPr>
          <a:xfrm>
            <a:off x="581192" y="662572"/>
            <a:ext cx="11029616" cy="530296"/>
          </a:xfrm>
        </p:spPr>
        <p:txBody>
          <a:bodyPr>
            <a:normAutofit fontScale="90000"/>
          </a:bodyPr>
          <a:lstStyle/>
          <a:p>
            <a:r>
              <a:rPr lang="en-US" sz="4400" b="1">
                <a:solidFill>
                  <a:schemeClr val="accent1"/>
                </a:solidFill>
                <a:latin typeface="Arial"/>
                <a:ea typeface="+mj-lt"/>
                <a:cs typeface="Arial"/>
              </a:rPr>
              <a:t>System  Approach</a:t>
            </a:r>
            <a:endParaRPr lang="en-US" sz="4400">
              <a:solidFill>
                <a:schemeClr val="accent1"/>
              </a:solidFill>
              <a:latin typeface="Calibri Light"/>
              <a:cs typeface="Calibri Light"/>
            </a:endParaRPr>
          </a:p>
        </p:txBody>
      </p:sp>
      <p:sp>
        <p:nvSpPr>
          <p:cNvPr id="2" name="Content Placeholder 1">
            <a:extLst>
              <a:ext uri="{FF2B5EF4-FFF2-40B4-BE49-F238E27FC236}">
                <a16:creationId xmlns:a16="http://schemas.microsoft.com/office/drawing/2014/main" id="{C4FFAF3C-BA60-9181-132C-C36C403AAEA7}"/>
              </a:ext>
            </a:extLst>
          </p:cNvPr>
          <p:cNvSpPr>
            <a:spLocks noGrp="1"/>
          </p:cNvSpPr>
          <p:nvPr>
            <p:ph idx="1"/>
          </p:nvPr>
        </p:nvSpPr>
        <p:spPr/>
        <p:txBody>
          <a:bodyPr>
            <a:normAutofit/>
          </a:bodyPr>
          <a:lstStyle/>
          <a:p>
            <a:r>
              <a:rPr lang="en-IN" sz="3600" dirty="0"/>
              <a:t>The system uses district-wise Tele-Law data from FY 2021–22 to 2024–25. Data processing and analysis are performed using Python-based analytics tools. IBM Cloud Lite services are used for data storage, analysis, and deployment, with IBM Watson Studio supporting visualization and reporting.</a:t>
            </a:r>
          </a:p>
        </p:txBody>
      </p:sp>
    </p:spTree>
    <p:extLst>
      <p:ext uri="{BB962C8B-B14F-4D97-AF65-F5344CB8AC3E}">
        <p14:creationId xmlns:p14="http://schemas.microsoft.com/office/powerpoint/2010/main" val="32020245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FBA75B4-2DD5-42EB-9397-F36BFB8BA723}"/>
              </a:ext>
            </a:extLst>
          </p:cNvPr>
          <p:cNvSpPr>
            <a:spLocks noGrp="1"/>
          </p:cNvSpPr>
          <p:nvPr>
            <p:ph type="title"/>
          </p:nvPr>
        </p:nvSpPr>
        <p:spPr/>
        <p:txBody>
          <a:bodyPr>
            <a:normAutofit fontScale="90000"/>
          </a:bodyPr>
          <a:lstStyle/>
          <a:p>
            <a:r>
              <a:rPr lang="en-US" sz="4400" b="1">
                <a:solidFill>
                  <a:schemeClr val="accent1"/>
                </a:solidFill>
                <a:latin typeface="Arial"/>
                <a:ea typeface="+mj-lt"/>
                <a:cs typeface="Arial"/>
              </a:rPr>
              <a:t>Algorithm &amp; Deployment</a:t>
            </a:r>
            <a:endParaRPr lang="en-US"/>
          </a:p>
        </p:txBody>
      </p:sp>
      <p:sp>
        <p:nvSpPr>
          <p:cNvPr id="2" name="Content Placeholder 1">
            <a:extLst>
              <a:ext uri="{FF2B5EF4-FFF2-40B4-BE49-F238E27FC236}">
                <a16:creationId xmlns:a16="http://schemas.microsoft.com/office/drawing/2014/main" id="{F7F0871F-2198-9E37-C96F-3611AA199B60}"/>
              </a:ext>
            </a:extLst>
          </p:cNvPr>
          <p:cNvSpPr>
            <a:spLocks noGrp="1"/>
          </p:cNvSpPr>
          <p:nvPr>
            <p:ph idx="1"/>
          </p:nvPr>
        </p:nvSpPr>
        <p:spPr/>
        <p:txBody>
          <a:bodyPr>
            <a:normAutofit/>
          </a:bodyPr>
          <a:lstStyle/>
          <a:p>
            <a:pPr marL="305435" indent="-305435"/>
            <a:r>
              <a:rPr lang="en-US" sz="3600" dirty="0"/>
              <a:t>The system applies descriptive and comparative statistical analysis to evaluate demographic and regional patterns. CSC-normalized metrics are used for fair comparison across districts. Analytical results and visual dashboards are deployed using IBM Cloud Lite for accessibility and scalability.</a:t>
            </a:r>
            <a:endParaRPr lang="en-IN" sz="3600" dirty="0"/>
          </a:p>
        </p:txBody>
      </p:sp>
    </p:spTree>
    <p:extLst>
      <p:ext uri="{BB962C8B-B14F-4D97-AF65-F5344CB8AC3E}">
        <p14:creationId xmlns:p14="http://schemas.microsoft.com/office/powerpoint/2010/main" val="41545087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FBA75B4-2DD5-42EB-9397-F36BFB8BA723}"/>
              </a:ext>
            </a:extLst>
          </p:cNvPr>
          <p:cNvSpPr>
            <a:spLocks noGrp="1"/>
          </p:cNvSpPr>
          <p:nvPr>
            <p:ph type="title"/>
          </p:nvPr>
        </p:nvSpPr>
        <p:spPr/>
        <p:txBody>
          <a:bodyPr>
            <a:normAutofit fontScale="90000"/>
          </a:bodyPr>
          <a:lstStyle/>
          <a:p>
            <a:r>
              <a:rPr lang="en-US" sz="4400" b="1">
                <a:solidFill>
                  <a:schemeClr val="accent1"/>
                </a:solidFill>
                <a:latin typeface="Arial"/>
                <a:ea typeface="+mj-lt"/>
                <a:cs typeface="Arial"/>
              </a:rPr>
              <a:t>Result</a:t>
            </a:r>
            <a:endParaRPr lang="en-US"/>
          </a:p>
        </p:txBody>
      </p:sp>
      <p:sp>
        <p:nvSpPr>
          <p:cNvPr id="2" name="Content Placeholder 1">
            <a:extLst>
              <a:ext uri="{FF2B5EF4-FFF2-40B4-BE49-F238E27FC236}">
                <a16:creationId xmlns:a16="http://schemas.microsoft.com/office/drawing/2014/main" id="{D3304455-6802-6CA9-8475-2F6DD1B8D409}"/>
              </a:ext>
            </a:extLst>
          </p:cNvPr>
          <p:cNvSpPr>
            <a:spLocks noGrp="1"/>
          </p:cNvSpPr>
          <p:nvPr>
            <p:ph idx="1"/>
          </p:nvPr>
        </p:nvSpPr>
        <p:spPr/>
        <p:txBody>
          <a:bodyPr>
            <a:normAutofit/>
          </a:bodyPr>
          <a:lstStyle/>
          <a:p>
            <a:pPr marL="0" indent="0">
              <a:buNone/>
            </a:pPr>
            <a:r>
              <a:rPr lang="en-US" sz="4000" dirty="0"/>
              <a:t>The system identifies gender and caste-based utilization gaps and highlights districts with low Tele-Law outreach. CSC-adjusted comparisons provide a clear view of regional disparities. Visual outputs such as charts and heatmaps support effective interpretation of results.</a:t>
            </a:r>
            <a:endParaRPr lang="en-IN" sz="4000" dirty="0"/>
          </a:p>
        </p:txBody>
      </p:sp>
    </p:spTree>
    <p:extLst>
      <p:ext uri="{BB962C8B-B14F-4D97-AF65-F5344CB8AC3E}">
        <p14:creationId xmlns:p14="http://schemas.microsoft.com/office/powerpoint/2010/main" val="148329338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FBA75B4-2DD5-42EB-9397-F36BFB8BA723}"/>
              </a:ext>
            </a:extLst>
          </p:cNvPr>
          <p:cNvSpPr>
            <a:spLocks noGrp="1"/>
          </p:cNvSpPr>
          <p:nvPr>
            <p:ph type="title"/>
          </p:nvPr>
        </p:nvSpPr>
        <p:spPr/>
        <p:txBody>
          <a:bodyPr>
            <a:normAutofit fontScale="90000"/>
          </a:bodyPr>
          <a:lstStyle/>
          <a:p>
            <a:r>
              <a:rPr lang="en-US" sz="4400" b="1">
                <a:solidFill>
                  <a:schemeClr val="accent1"/>
                </a:solidFill>
                <a:latin typeface="Arial"/>
                <a:ea typeface="+mj-lt"/>
                <a:cs typeface="Arial"/>
              </a:rPr>
              <a:t>Conclusion</a:t>
            </a:r>
            <a:endParaRPr lang="en-US"/>
          </a:p>
        </p:txBody>
      </p:sp>
      <p:sp>
        <p:nvSpPr>
          <p:cNvPr id="2" name="Content Placeholder 1">
            <a:extLst>
              <a:ext uri="{FF2B5EF4-FFF2-40B4-BE49-F238E27FC236}">
                <a16:creationId xmlns:a16="http://schemas.microsoft.com/office/drawing/2014/main" id="{005E46AB-32C4-4B57-A2B1-50738A64BE1B}"/>
              </a:ext>
            </a:extLst>
          </p:cNvPr>
          <p:cNvSpPr>
            <a:spLocks noGrp="1"/>
          </p:cNvSpPr>
          <p:nvPr>
            <p:ph idx="1"/>
          </p:nvPr>
        </p:nvSpPr>
        <p:spPr/>
        <p:txBody>
          <a:bodyPr>
            <a:normAutofit/>
          </a:bodyPr>
          <a:lstStyle/>
          <a:p>
            <a:pPr marL="305435" indent="-305435"/>
            <a:r>
              <a:rPr lang="en-US" sz="4400" dirty="0"/>
              <a:t>The analysis provides meaningful insights into inclusivity and accessibility of Tele-Law services. It supports evidence-based policymaking and helps optimize legal aid outreach to underserved communities and regions.</a:t>
            </a:r>
            <a:endParaRPr lang="en-IN" sz="4400" dirty="0"/>
          </a:p>
        </p:txBody>
      </p:sp>
    </p:spTree>
    <p:extLst>
      <p:ext uri="{BB962C8B-B14F-4D97-AF65-F5344CB8AC3E}">
        <p14:creationId xmlns:p14="http://schemas.microsoft.com/office/powerpoint/2010/main" val="31833151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6638FD1-D00E-E75B-705C-564F06D93D7B}"/>
              </a:ext>
            </a:extLst>
          </p:cNvPr>
          <p:cNvSpPr>
            <a:spLocks noGrp="1"/>
          </p:cNvSpPr>
          <p:nvPr>
            <p:ph idx="1"/>
          </p:nvPr>
        </p:nvSpPr>
        <p:spPr/>
        <p:txBody>
          <a:bodyPr>
            <a:normAutofit/>
          </a:bodyPr>
          <a:lstStyle/>
          <a:p>
            <a:pPr marL="0" indent="0">
              <a:buNone/>
            </a:pPr>
            <a:r>
              <a:rPr lang="en-US" sz="4400" dirty="0"/>
              <a:t>The system can be enhanced by integrating real-time data, predictive analytics for outreach planning, and GIS-based visualization. Future work may also include analysis of case outcomes and user satisfaction.</a:t>
            </a:r>
          </a:p>
        </p:txBody>
      </p:sp>
      <p:sp>
        <p:nvSpPr>
          <p:cNvPr id="5" name="Title 4">
            <a:extLst>
              <a:ext uri="{FF2B5EF4-FFF2-40B4-BE49-F238E27FC236}">
                <a16:creationId xmlns:a16="http://schemas.microsoft.com/office/drawing/2014/main" id="{3F968F13-9AC4-7120-7ACD-9F752C767D5D}"/>
              </a:ext>
            </a:extLst>
          </p:cNvPr>
          <p:cNvSpPr txBox="1">
            <a:spLocks/>
          </p:cNvSpPr>
          <p:nvPr/>
        </p:nvSpPr>
        <p:spPr>
          <a:xfrm>
            <a:off x="535670" y="844659"/>
            <a:ext cx="11029616" cy="530296"/>
          </a:xfrm>
          <a:prstGeom prst="rect">
            <a:avLst/>
          </a:prstGeom>
        </p:spPr>
        <p:txBody>
          <a:bodyPr vert="horz" lIns="91440" tIns="45720" rIns="91440" bIns="45720" rtlCol="0" anchor="b">
            <a:normAutofit fontScale="75000" lnSpcReduction="20000"/>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4400" b="1" dirty="0">
                <a:solidFill>
                  <a:schemeClr val="accent1"/>
                </a:solidFill>
                <a:latin typeface="Arial"/>
                <a:cs typeface="Arial"/>
              </a:rPr>
              <a:t>Future scope</a:t>
            </a:r>
          </a:p>
        </p:txBody>
      </p:sp>
    </p:spTree>
    <p:extLst>
      <p:ext uri="{BB962C8B-B14F-4D97-AF65-F5344CB8AC3E}">
        <p14:creationId xmlns:p14="http://schemas.microsoft.com/office/powerpoint/2010/main" val="6148826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FBA75B4-2DD5-42EB-9397-F36BFB8BA723}"/>
              </a:ext>
            </a:extLst>
          </p:cNvPr>
          <p:cNvSpPr>
            <a:spLocks noGrp="1"/>
          </p:cNvSpPr>
          <p:nvPr>
            <p:ph type="title"/>
          </p:nvPr>
        </p:nvSpPr>
        <p:spPr/>
        <p:txBody>
          <a:bodyPr>
            <a:normAutofit fontScale="90000"/>
          </a:bodyPr>
          <a:lstStyle/>
          <a:p>
            <a:r>
              <a:rPr lang="en-US" sz="4400" b="1" dirty="0">
                <a:solidFill>
                  <a:schemeClr val="accent1"/>
                </a:solidFill>
                <a:latin typeface="Arial"/>
                <a:ea typeface="+mj-lt"/>
                <a:cs typeface="Arial"/>
              </a:rPr>
              <a:t>References</a:t>
            </a:r>
            <a:endParaRPr lang="en-US" dirty="0"/>
          </a:p>
        </p:txBody>
      </p:sp>
      <p:sp>
        <p:nvSpPr>
          <p:cNvPr id="3" name="Rectangle 1">
            <a:extLst>
              <a:ext uri="{FF2B5EF4-FFF2-40B4-BE49-F238E27FC236}">
                <a16:creationId xmlns:a16="http://schemas.microsoft.com/office/drawing/2014/main" id="{FD3694CF-E3A4-B4F6-FAB7-96F64E942B09}"/>
              </a:ext>
            </a:extLst>
          </p:cNvPr>
          <p:cNvSpPr>
            <a:spLocks noGrp="1" noChangeArrowheads="1"/>
          </p:cNvSpPr>
          <p:nvPr>
            <p:ph idx="1"/>
          </p:nvPr>
        </p:nvSpPr>
        <p:spPr bwMode="auto">
          <a:xfrm>
            <a:off x="457200" y="2612199"/>
            <a:ext cx="11399520"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400" b="0" i="0" u="none" strike="noStrike" cap="none" normalizeH="0" baseline="0" dirty="0">
                <a:ln>
                  <a:noFill/>
                </a:ln>
                <a:solidFill>
                  <a:schemeClr val="tx1"/>
                </a:solidFill>
                <a:effectLst/>
                <a:latin typeface="Arial" panose="020B0604020202020204" pitchFamily="34" charset="0"/>
              </a:rPr>
              <a:t>District-wise Tele-Law Case Registration Data (FY 2021–22 to 2024–25)</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400" b="0" i="0" u="none" strike="noStrike" cap="none" normalizeH="0" baseline="0" dirty="0">
                <a:ln>
                  <a:noFill/>
                </a:ln>
                <a:solidFill>
                  <a:schemeClr val="tx1"/>
                </a:solidFill>
                <a:effectLst/>
                <a:latin typeface="Arial" panose="020B0604020202020204" pitchFamily="34" charset="0"/>
              </a:rPr>
              <a:t>Source: data.gov.in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400" b="0" i="0" u="none" strike="noStrike" cap="none" normalizeH="0" baseline="0" dirty="0">
                <a:ln>
                  <a:noFill/>
                </a:ln>
                <a:solidFill>
                  <a:schemeClr val="tx1"/>
                </a:solidFill>
                <a:effectLst/>
                <a:latin typeface="Arial" panose="020B0604020202020204" pitchFamily="34" charset="0"/>
              </a:rPr>
              <a:t>IBM Cloud &amp; Watson Studio Documentation</a:t>
            </a:r>
          </a:p>
        </p:txBody>
      </p:sp>
    </p:spTree>
    <p:extLst>
      <p:ext uri="{BB962C8B-B14F-4D97-AF65-F5344CB8AC3E}">
        <p14:creationId xmlns:p14="http://schemas.microsoft.com/office/powerpoint/2010/main" val="7289502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6B1F76-C074-0D8A-F7AD-6570259FCF57}"/>
              </a:ext>
            </a:extLst>
          </p:cNvPr>
          <p:cNvSpPr>
            <a:spLocks noGrp="1"/>
          </p:cNvSpPr>
          <p:nvPr>
            <p:ph type="title"/>
          </p:nvPr>
        </p:nvSpPr>
        <p:spPr/>
        <p:txBody>
          <a:bodyPr/>
          <a:lstStyle/>
          <a:p>
            <a:r>
              <a:rPr lang="en-IN" b="1" dirty="0">
                <a:solidFill>
                  <a:schemeClr val="accent1"/>
                </a:solidFill>
                <a:latin typeface="Arial" panose="020B0604020202020204" pitchFamily="34" charset="0"/>
                <a:cs typeface="Arial" panose="020B0604020202020204" pitchFamily="34" charset="0"/>
              </a:rPr>
              <a:t>CERTIFICATES</a:t>
            </a:r>
          </a:p>
        </p:txBody>
      </p:sp>
      <p:pic>
        <p:nvPicPr>
          <p:cNvPr id="5" name="Content Placeholder 4">
            <a:extLst>
              <a:ext uri="{FF2B5EF4-FFF2-40B4-BE49-F238E27FC236}">
                <a16:creationId xmlns:a16="http://schemas.microsoft.com/office/drawing/2014/main" id="{3C02B903-A13D-6B5A-F2D3-27CBF380D6DC}"/>
              </a:ext>
            </a:extLst>
          </p:cNvPr>
          <p:cNvPicPr>
            <a:picLocks noGrp="1" noChangeAspect="1"/>
          </p:cNvPicPr>
          <p:nvPr>
            <p:ph idx="1"/>
          </p:nvPr>
        </p:nvPicPr>
        <p:blipFill>
          <a:blip r:embed="rId2"/>
          <a:stretch>
            <a:fillRect/>
          </a:stretch>
        </p:blipFill>
        <p:spPr>
          <a:xfrm>
            <a:off x="726357" y="1341079"/>
            <a:ext cx="4307759" cy="2458936"/>
          </a:xfrm>
        </p:spPr>
      </p:pic>
      <p:pic>
        <p:nvPicPr>
          <p:cNvPr id="7" name="Picture 6">
            <a:extLst>
              <a:ext uri="{FF2B5EF4-FFF2-40B4-BE49-F238E27FC236}">
                <a16:creationId xmlns:a16="http://schemas.microsoft.com/office/drawing/2014/main" id="{9FD3F3A7-1F66-0394-AA50-67628DA0038A}"/>
              </a:ext>
            </a:extLst>
          </p:cNvPr>
          <p:cNvPicPr>
            <a:picLocks noChangeAspect="1"/>
          </p:cNvPicPr>
          <p:nvPr/>
        </p:nvPicPr>
        <p:blipFill>
          <a:blip r:embed="rId3"/>
          <a:stretch>
            <a:fillRect/>
          </a:stretch>
        </p:blipFill>
        <p:spPr>
          <a:xfrm>
            <a:off x="6853084" y="1341079"/>
            <a:ext cx="4395020" cy="2452038"/>
          </a:xfrm>
          <a:prstGeom prst="rect">
            <a:avLst/>
          </a:prstGeom>
        </p:spPr>
      </p:pic>
      <p:pic>
        <p:nvPicPr>
          <p:cNvPr id="9" name="Picture 8">
            <a:extLst>
              <a:ext uri="{FF2B5EF4-FFF2-40B4-BE49-F238E27FC236}">
                <a16:creationId xmlns:a16="http://schemas.microsoft.com/office/drawing/2014/main" id="{FF5A5CEF-4B2A-55B9-F5C9-5A21B3D0CAA0}"/>
              </a:ext>
            </a:extLst>
          </p:cNvPr>
          <p:cNvPicPr>
            <a:picLocks noChangeAspect="1"/>
          </p:cNvPicPr>
          <p:nvPr/>
        </p:nvPicPr>
        <p:blipFill>
          <a:blip r:embed="rId4"/>
          <a:stretch>
            <a:fillRect/>
          </a:stretch>
        </p:blipFill>
        <p:spPr>
          <a:xfrm>
            <a:off x="726357" y="3997541"/>
            <a:ext cx="4307759" cy="2727723"/>
          </a:xfrm>
          <a:prstGeom prst="rect">
            <a:avLst/>
          </a:prstGeom>
        </p:spPr>
      </p:pic>
      <p:pic>
        <p:nvPicPr>
          <p:cNvPr id="11" name="Picture 10">
            <a:extLst>
              <a:ext uri="{FF2B5EF4-FFF2-40B4-BE49-F238E27FC236}">
                <a16:creationId xmlns:a16="http://schemas.microsoft.com/office/drawing/2014/main" id="{34A856FF-D875-E692-FF4B-2A91D7FE3DFF}"/>
              </a:ext>
            </a:extLst>
          </p:cNvPr>
          <p:cNvPicPr>
            <a:picLocks noChangeAspect="1"/>
          </p:cNvPicPr>
          <p:nvPr/>
        </p:nvPicPr>
        <p:blipFill>
          <a:blip r:embed="rId5"/>
          <a:stretch>
            <a:fillRect/>
          </a:stretch>
        </p:blipFill>
        <p:spPr>
          <a:xfrm>
            <a:off x="6853084" y="3997541"/>
            <a:ext cx="4395020" cy="2727723"/>
          </a:xfrm>
          <a:prstGeom prst="rect">
            <a:avLst/>
          </a:prstGeom>
        </p:spPr>
      </p:pic>
    </p:spTree>
    <p:extLst>
      <p:ext uri="{BB962C8B-B14F-4D97-AF65-F5344CB8AC3E}">
        <p14:creationId xmlns:p14="http://schemas.microsoft.com/office/powerpoint/2010/main" val="14403572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BE4CA82-64EC-4D4E-A5E5-3EBB66E7B24C}"/>
              </a:ext>
            </a:extLst>
          </p:cNvPr>
          <p:cNvSpPr>
            <a:spLocks noGrp="1"/>
          </p:cNvSpPr>
          <p:nvPr>
            <p:ph type="title"/>
          </p:nvPr>
        </p:nvSpPr>
        <p:spPr>
          <a:xfrm>
            <a:off x="1463041" y="2766218"/>
            <a:ext cx="9298744" cy="1325563"/>
          </a:xfrm>
        </p:spPr>
        <p:txBody>
          <a:bodyPr/>
          <a:lstStyle/>
          <a:p>
            <a:pPr algn="ctr"/>
            <a:r>
              <a:rPr lang="en-US" b="1">
                <a:solidFill>
                  <a:srgbClr val="002060"/>
                </a:solidFill>
                <a:latin typeface="Arial" panose="020B0604020202020204" pitchFamily="34" charset="0"/>
                <a:cs typeface="Arial" panose="020B0604020202020204" pitchFamily="34" charset="0"/>
              </a:rPr>
              <a:t>THANK YOU</a:t>
            </a:r>
          </a:p>
        </p:txBody>
      </p:sp>
    </p:spTree>
    <p:extLst>
      <p:ext uri="{BB962C8B-B14F-4D97-AF65-F5344CB8AC3E}">
        <p14:creationId xmlns:p14="http://schemas.microsoft.com/office/powerpoint/2010/main" val="4066255318"/>
      </p:ext>
    </p:extLst>
  </p:cSld>
  <p:clrMapOvr>
    <a:masterClrMapping/>
  </p:clrMapOvr>
</p:sld>
</file>

<file path=ppt/theme/theme1.xml><?xml version="1.0" encoding="utf-8"?>
<a:theme xmlns:a="http://schemas.openxmlformats.org/drawingml/2006/main" name="DividendVTI">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Dividend">
      <a:majorFont>
        <a:latin typeface="Franklin Gothic Demi"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Franklin Gothic Book"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MediaServiceKeyPoints xmlns="9162bd5b-4ed9-4da3-b376-05204580ba3f" xsi:nil="true"/>
    <_activity xmlns="9162bd5b-4ed9-4da3-b376-05204580ba3f"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0F1872188ABCFC48BECA6C87E8AC3285" ma:contentTypeVersion="17" ma:contentTypeDescription="Create a new document." ma:contentTypeScope="" ma:versionID="55a158675e089c6a85ab0f83b89e1a15">
  <xsd:schema xmlns:xsd="http://www.w3.org/2001/XMLSchema" xmlns:xs="http://www.w3.org/2001/XMLSchema" xmlns:p="http://schemas.microsoft.com/office/2006/metadata/properties" xmlns:ns3="9162bd5b-4ed9-4da3-b376-05204580ba3f" xmlns:ns4="c0fa2617-96bd-425d-8578-e93563fe37c5" targetNamespace="http://schemas.microsoft.com/office/2006/metadata/properties" ma:root="true" ma:fieldsID="b35f082308864fa161c4a0a9eca35eff" ns3:_="" ns4:_="">
    <xsd:import namespace="9162bd5b-4ed9-4da3-b376-05204580ba3f"/>
    <xsd:import namespace="c0fa2617-96bd-425d-8578-e93563fe37c5"/>
    <xsd:element name="properties">
      <xsd:complexType>
        <xsd:sequence>
          <xsd:element name="documentManagement">
            <xsd:complexType>
              <xsd:all>
                <xsd:element ref="ns3:MediaServiceMetadata" minOccurs="0"/>
                <xsd:element ref="ns3:MediaServiceFastMetadata" minOccurs="0"/>
                <xsd:element ref="ns4:SharedWithUsers" minOccurs="0"/>
                <xsd:element ref="ns4:SharedWithDetails" minOccurs="0"/>
                <xsd:element ref="ns4:SharingHintHash" minOccurs="0"/>
                <xsd:element ref="ns3:MediaServiceAutoTags" minOccurs="0"/>
                <xsd:element ref="ns3:MediaServiceOCR" minOccurs="0"/>
                <xsd:element ref="ns3:MediaServiceGenerationTime" minOccurs="0"/>
                <xsd:element ref="ns3:MediaServiceEventHashCode" minOccurs="0"/>
                <xsd:element ref="ns3:MediaServiceAutoKeyPoints" minOccurs="0"/>
                <xsd:element ref="ns3:MediaServiceKeyPoints" minOccurs="0"/>
                <xsd:element ref="ns3:MediaServiceDateTaken" minOccurs="0"/>
                <xsd:element ref="ns3:MediaLengthInSeconds" minOccurs="0"/>
                <xsd:element ref="ns3:MediaServiceLocation" minOccurs="0"/>
                <xsd:element ref="ns3:_activity" minOccurs="0"/>
                <xsd:element ref="ns3:MediaServiceObjectDetectorVersions" minOccurs="0"/>
                <xsd:element ref="ns3: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162bd5b-4ed9-4da3-b376-05204580ba3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7" nillable="true" ma:displayName="MediaServiceAutoKeyPoints" ma:hidden="true" ma:internalName="MediaServiceAutoKeyPoints" ma:readOnly="true">
      <xsd:simpleType>
        <xsd:restriction base="dms:Note"/>
      </xsd:simpleType>
    </xsd:element>
    <xsd:element name="MediaServiceKeyPoints" ma:index="18" nillable="true" ma:displayName="KeyPoints" ma:internalName="MediaServiceKeyPoints" ma:readOnly="true">
      <xsd:simpleType>
        <xsd:restriction base="dms:Note">
          <xsd:maxLength value="255"/>
        </xsd:restriction>
      </xsd:simpleType>
    </xsd:element>
    <xsd:element name="MediaServiceDateTaken" ma:index="19" nillable="true" ma:displayName="MediaServiceDateTaken" ma:hidden="true" ma:internalName="MediaServiceDateTaken" ma:readOnly="true">
      <xsd:simpleType>
        <xsd:restriction base="dms:Text"/>
      </xsd:simpleType>
    </xsd:element>
    <xsd:element name="MediaLengthInSeconds" ma:index="20" nillable="true" ma:displayName="Length (seconds)" ma:internalName="MediaLengthInSeconds" ma:readOnly="true">
      <xsd:simpleType>
        <xsd:restriction base="dms:Unknown"/>
      </xsd:simpleType>
    </xsd:element>
    <xsd:element name="MediaServiceLocation" ma:index="21" nillable="true" ma:displayName="Location" ma:internalName="MediaServiceLocation" ma:readOnly="true">
      <xsd:simpleType>
        <xsd:restriction base="dms:Text"/>
      </xsd:simpleType>
    </xsd:element>
    <xsd:element name="_activity" ma:index="22" nillable="true" ma:displayName="_activity" ma:hidden="true" ma:internalName="_activity">
      <xsd:simpleType>
        <xsd:restriction base="dms:Note"/>
      </xsd:simpleType>
    </xsd:element>
    <xsd:element name="MediaServiceObjectDetectorVersions" ma:index="23" nillable="true" ma:displayName="MediaServiceObjectDetectorVersions" ma:description="" ma:hidden="true" ma:indexed="true" ma:internalName="MediaServiceObjectDetectorVersions" ma:readOnly="true">
      <xsd:simpleType>
        <xsd:restriction base="dms:Text"/>
      </xsd:simpleType>
    </xsd:element>
    <xsd:element name="MediaServiceSystemTags" ma:index="24"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c0fa2617-96bd-425d-8578-e93563fe37c5"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SharingHintHash" ma:index="12"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D289AE2-D2AE-49D1-AFAC-3A79F6794255}">
  <ds:schemaRefs>
    <ds:schemaRef ds:uri="9162bd5b-4ed9-4da3-b376-05204580ba3f"/>
    <ds:schemaRef ds:uri="c0fa2617-96bd-425d-8578-e93563fe37c5"/>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927BD4C1-B6B1-4715-ABF9-E660A51A4EA0}">
  <ds:schemaRefs>
    <ds:schemaRef ds:uri="http://schemas.microsoft.com/sharepoint/v3/contenttype/forms"/>
  </ds:schemaRefs>
</ds:datastoreItem>
</file>

<file path=customXml/itemProps3.xml><?xml version="1.0" encoding="utf-8"?>
<ds:datastoreItem xmlns:ds="http://schemas.openxmlformats.org/officeDocument/2006/customXml" ds:itemID="{6E816721-11E4-4989-8472-AB5A7EC20404}">
  <ds:schemaRefs>
    <ds:schemaRef ds:uri="9162bd5b-4ed9-4da3-b376-05204580ba3f"/>
    <ds:schemaRef ds:uri="c0fa2617-96bd-425d-8578-e93563fe37c5"/>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Future forward</Template>
  <TotalTime>8</TotalTime>
  <Words>529</Words>
  <Application>Microsoft Office PowerPoint</Application>
  <PresentationFormat>Widescreen</PresentationFormat>
  <Paragraphs>37</Paragraphs>
  <Slides>12</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vt:i4>
      </vt:variant>
    </vt:vector>
  </HeadingPairs>
  <TitlesOfParts>
    <vt:vector size="19" baseType="lpstr">
      <vt:lpstr>Arial</vt:lpstr>
      <vt:lpstr>Calibri</vt:lpstr>
      <vt:lpstr>Calibri Light</vt:lpstr>
      <vt:lpstr>Franklin Gothic Book</vt:lpstr>
      <vt:lpstr>Franklin Gothic Demi</vt:lpstr>
      <vt:lpstr>Wingdings 2</vt:lpstr>
      <vt:lpstr>DividendVTI</vt:lpstr>
      <vt:lpstr>Project Title</vt:lpstr>
      <vt:lpstr>OUTLINE</vt:lpstr>
      <vt:lpstr>Problem Statement</vt:lpstr>
      <vt:lpstr>Proposed Solution</vt:lpstr>
      <vt:lpstr>System  Approach</vt:lpstr>
      <vt:lpstr>Algorithm &amp; Deployment</vt:lpstr>
      <vt:lpstr>Result</vt:lpstr>
      <vt:lpstr>Conclusion</vt:lpstr>
      <vt:lpstr>PowerPoint Presentation</vt:lpstr>
      <vt:lpstr>References</vt:lpstr>
      <vt:lpstr>CERTIFICATES</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SkillsBuild Partner Update template</dc:title>
  <dc:creator>Vaibhav Ostwal</dc:creator>
  <cp:lastModifiedBy>parth verma</cp:lastModifiedBy>
  <cp:revision>32</cp:revision>
  <dcterms:created xsi:type="dcterms:W3CDTF">2021-05-26T16:50:10Z</dcterms:created>
  <dcterms:modified xsi:type="dcterms:W3CDTF">2026-02-07T06:54:39Z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0x0101000F1872188ABCFC48BECA6C87E8AC3285</vt:lpwstr>
  </property>
</Properties>
</file>